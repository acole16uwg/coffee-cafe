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0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Cafe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0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Accessibility, semantic structure &amp; responsive design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DesignGuru: Aidan Cole  |  Canvas Coffee Co.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choices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D9772A"/>
          </a:solidFill>
          <a:ln w="12700">
            <a:solidFill>
              <a:srgbClr val="D97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Warm, calm look: cream background, dark browns, orange accents, blue as contrast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Georgia headings (classic, welcoming); Verdana body and navigation (open, highly legible)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Four pages: Home, Menu, Our Story, Visit, with an Order Ahead call to action in every header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Slogan "Slow coffee for a fast world" leads the Home hero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WCAG AA contrast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D9772A"/>
          </a:solidFill>
          <a:ln w="12700">
            <a:solidFill>
              <a:srgbClr val="D9772A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0E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Pair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A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0E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Ratio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A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0E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Use / result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A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Ink #2B1A10 on cream #F7F0E1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14.7:1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Body text: pass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Dark coffee #4A2C2D on cream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11.0:1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Headings, nav: pass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Coffee brown #7B4B2A on cream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6.4:1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Prices, captions: pass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White on dark blue #264653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10.1:1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Skip link: pass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Ink on warm orange #D9772A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5.3:1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Filled chips, buttons: pass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Warm orange #D9772A on cream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2.8:1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Fails text and 3:1 UI minimum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Burnt orange #A8531A on cream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4.7:1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Replacement for borders/accents: pass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B4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features built 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D9772A"/>
          </a:solidFill>
          <a:ln w="12700">
            <a:solidFill>
              <a:srgbClr val="D97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Skip link is first in the DOM, appears on focus, moves to 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Visible 3px blue focus ring on every link, button and field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Every image slot is specified with descriptive alt text, ready for real photos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Forms: visible labels, inline "Error:" text, aria-invalid, focus moved to first error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Filter chips: one tab stop, arrow-key roving, status announced politely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44x44px minimum touch targets; reduced-motion respected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HTML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D9772A"/>
          </a:solidFill>
          <a:ln w="12700">
            <a:solidFill>
              <a:srgbClr val="D97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header, nav (aria-label), main, section (aria-labelledby), article, footer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h1 per page; h2 for sections; h3 for individual menu items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aria-current="page" plus bold and underline marks the active link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Map has a text alternative: address and a directions link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Footer accordion uses real buttons with aria-expanded on mobile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D9772A"/>
          </a:solidFill>
          <a:ln w="12700">
            <a:solidFill>
              <a:srgbClr val="D97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stylesheet, breakpoint at 800px; fluid up to 1180px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Desktop: two-column hero and story, three-column cards, four-column footer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Mobile (375px): single column, hamburger button, stacked expandable footer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Images scale with max-width: 100%; no horizontal scrolling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0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Blueprint items to resolve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D9772A"/>
          </a:solidFill>
          <a:ln w="12700">
            <a:solidFill>
              <a:srgbClr val="D97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7F0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Orange fails contrast on cream. Use burnt orange for borders and large accents; dark text on filled orange.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7F0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Page 4 hexes (#4A2C2D, #F7F1E8) differ from page 7 (#2B1A10, #F7F0E1). The site uses the page 7 values.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7F0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Wireframes say "Amber &amp; Oak"; the site uses "Coffee Cafe".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7F0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Photos, Order Ahead URL and Our Story copy need real content.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Cafe - Design &amp; Accessibility</dc:title>
  <dc:subject>PptxGenJS Presentation</dc:subject>
  <dc:creator>PptxGenJS</dc:creator>
  <cp:lastModifiedBy>PptxGenJS</cp:lastModifiedBy>
  <cp:revision>1</cp:revision>
  <dcterms:created xsi:type="dcterms:W3CDTF">2026-10-03T17:41:49Z</dcterms:created>
  <dcterms:modified xsi:type="dcterms:W3CDTF">2026-10-03T17:41:49Z</dcterms:modified>
</cp:coreProperties>
</file>